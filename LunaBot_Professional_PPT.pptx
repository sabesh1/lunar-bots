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LunaBot: Autonomous Navigation of Robot for Lunar Habitats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robot for lunar habitat navigation using AI, sensors and obstacle avoidance.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LunaBot supports astronauts by performing navigation, inspection and transport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Moon has harsh terrain and communication delays. Autonomous robots improve efficiency and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movement, obstacle avoidance, path planning, mapping and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lunar rovers use sensors, SLAM, computer vision and AI-based navigation.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→ Processing Unit → Navigation Module → Motor Controller → Robot.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Raspberry Pi, Camera, LiDAR/Ultrasonic Sensor, Motors, Battery.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OpenCV, NumPy, ROS, Machine Learning algorithms.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flowchart shown below.</a:t>
            </a:r>
          </a:p>
        </p:txBody>
      </p:sp>
      <p:pic>
        <p:nvPicPr>
          <p:cNvPr id="4" name="Picture 3" descr="lunabot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96545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 relationship diagram shown below.</a:t>
            </a:r>
          </a:p>
        </p:txBody>
      </p:sp>
      <p:pic>
        <p:nvPicPr>
          <p:cNvPr id="4" name="Picture 3" descr="lunabot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1740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Read sensor data</a:t>
            </a:r>
          </a:p>
          <a:p>
            <a:r>
              <a:t>2. Detect obstacles</a:t>
            </a:r>
          </a:p>
          <a:p>
            <a:r>
              <a:t>3. Plan route</a:t>
            </a:r>
          </a:p>
          <a:p>
            <a:r>
              <a:t>4. Move robot</a:t>
            </a:r>
          </a:p>
          <a:p>
            <a:r>
              <a:t>5. Repeat.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cv2</a:t>
            </a:r>
          </a:p>
          <a:p/>
          <a:p>
            <a:r>
              <a:t>obstacle_detected = False</a:t>
            </a:r>
          </a:p>
          <a:p/>
          <a:p>
            <a:r>
              <a:t>if obstacle_detected:</a:t>
            </a:r>
          </a:p>
          <a:p>
            <a:r>
              <a:t>    print('Stop Robot')</a:t>
            </a:r>
          </a:p>
          <a:p>
            <a:r>
              <a:t>else:</a:t>
            </a:r>
          </a:p>
          <a:p>
            <a:r>
              <a:t>    print('Move Forward')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Lunar exploration, habitat maintenance, logistics and scientific 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human risk, continuous operation, efficient navigation.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Swarm robots, advanced AI mapping, deep-space missions.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LunaBot demonstrates intelligent navigation for future lunar habitats.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